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3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F89854-D2D8-412A-8D15-3D93D146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83C766-459C-9B1F-C9BE-BB9CB4463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D42B41-CEEF-D4D1-38BB-DBC6954A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897875-E6B1-4150-E4B5-12A84E78B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1C29D5-76AB-0BAB-459A-8E858086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35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7ED03D-7FA4-8E56-461B-3FFAD757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3A986A-5807-E480-170A-1629B4A75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2A806B-6951-0F07-E77C-DBE632268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EF3A9F-5B7D-8C86-D2FA-2E9E019A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AFA0BD-FAF6-2D0C-4232-BF1D01C4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987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5CC6F-B275-B896-9837-FB79F43D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E81F29-A174-D46D-6D66-9033329DB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161B0B-637C-BEED-0069-A416E090F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7AB3BE-2DD6-956A-C112-4971E0BCA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F35B3F-7E25-5918-E817-8EA14C56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304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CAAA76-DE26-3C35-8A95-5627FC2C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B0F72E-D3CF-81F8-863E-2517165A7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254048-329D-4D28-4538-13F5C64E8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59A893-171C-6E9F-BD67-236C1D64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F0A1534-418C-4244-F43E-9FEB6F82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FF65BE-B475-FD41-DF10-4938C1C1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230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DF716-B62B-6A26-0B44-656609882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880C8D-F966-831F-A898-8008CE6F1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0F7A38-F696-EBEB-A027-C01FCACE8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44961D8-0016-7B5D-EB2C-436EB2561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5FC83C3-9854-33C2-C23A-347DC1A71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4284987-7418-70FA-8959-B4198B32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E760498-F51A-55B4-B6C2-1DA18FDC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7DE1EE6-864A-1EC5-0856-14AD90E7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14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6A9BE1-E31A-1F41-3389-56BDA457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1714746-19F4-ED12-07ED-A99DC390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048C8E9-D059-6D5B-38CF-B7CEE649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01F8AF-06FC-275C-2DF6-FD856E5F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00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4E572C8-136B-260B-7709-022198F1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3906A5B-CB01-16A7-6154-75909E1C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BC9A11-A1A6-53EE-5D3C-25C0A4CA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89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F7D16-775D-1F0D-C398-8D24786F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33D7EE-FFE3-1550-18C6-439CA0E4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6CFFC2-3D2D-759D-A2F4-B41039C1F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87B0B6-0685-AA26-DE5D-AAF3F313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A66CBC-2FBB-0C74-F4E2-F5A88A941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32397D-7E2E-2E75-31F5-0B8F1A24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64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DB6A2A-A312-0AAD-5D74-7306C8C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28740F2-DD71-6715-A50D-F9A9E2A04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BDAA8E-01EC-E36C-D167-846C48EBE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E3FD41-99EE-0163-8283-8BE2F0064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D58DA9-9D5F-E1EE-FE83-C605553E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4C163F-D319-5CE5-5216-AD47B760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68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35AB1-E304-1F48-1266-F8BAA786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08A27E-7681-440C-AF65-06CEE69F7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C49728-29D7-51FE-95AA-3A51818F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30A87A-1CE1-63A3-B1D4-AFBE6607F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61A9E-D992-2102-9DF1-F163A209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33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D6A906B-146B-59E8-821D-5DE2B0ED3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7BA24B-F53C-5306-FAAD-8483D34E6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CEA1C9-B55F-B844-A95E-F25793AD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6E48C0-1885-8666-A1DA-2F245301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1CF470-AD38-1DDC-1A2A-536B9CE8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57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62488FC-913D-C28A-DE2B-65C17021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88D53F-B008-9EEA-9AA7-8987A1277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82D3A8-1ABC-8B34-6187-6DE4348A2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45003-C27F-4AC4-B15A-4F15680D0892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61F3C3-2723-D83F-B426-E7E12A25B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1A0259-D52E-E9F1-DF0D-53E3406CE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7883C-87CA-44E8-818A-9BDF14E42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91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11D4FE9-2C52-D8CD-486F-6BDECEB5FCE2}"/>
              </a:ext>
            </a:extLst>
          </p:cNvPr>
          <p:cNvSpPr/>
          <p:nvPr/>
        </p:nvSpPr>
        <p:spPr>
          <a:xfrm>
            <a:off x="4196080" y="1524000"/>
            <a:ext cx="50800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 descr="一張含有 文字, 圖畫, 寫生, 圖解 的圖片&#10;&#10;自動產生的描述">
            <a:extLst>
              <a:ext uri="{FF2B5EF4-FFF2-40B4-BE49-F238E27FC236}">
                <a16:creationId xmlns:a16="http://schemas.microsoft.com/office/drawing/2014/main" id="{F58A0857-6465-BABC-1D92-07E2E9D4A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431" y="0"/>
            <a:ext cx="6205137" cy="6858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47DA84A-D3FB-2F67-D522-86B4B69A1A42}"/>
              </a:ext>
            </a:extLst>
          </p:cNvPr>
          <p:cNvSpPr txBox="1"/>
          <p:nvPr/>
        </p:nvSpPr>
        <p:spPr>
          <a:xfrm>
            <a:off x="3968877" y="239234"/>
            <a:ext cx="124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棉布的用法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06C071-1A1B-5879-A955-DFE5CDE0A6B2}"/>
              </a:ext>
            </a:extLst>
          </p:cNvPr>
          <p:cNvSpPr txBox="1"/>
          <p:nvPr/>
        </p:nvSpPr>
        <p:spPr>
          <a:xfrm>
            <a:off x="5812766" y="1466028"/>
            <a:ext cx="107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折成手臂吊帶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399D544-DB88-5DC6-CC8B-AA63827425EA}"/>
              </a:ext>
            </a:extLst>
          </p:cNvPr>
          <p:cNvSpPr txBox="1"/>
          <p:nvPr/>
        </p:nvSpPr>
        <p:spPr>
          <a:xfrm>
            <a:off x="4382135" y="1428238"/>
            <a:ext cx="704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擦汗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AF1AFEB-FFB9-0929-562D-A4575F7CDB23}"/>
              </a:ext>
            </a:extLst>
          </p:cNvPr>
          <p:cNvSpPr txBox="1"/>
          <p:nvPr/>
        </p:nvSpPr>
        <p:spPr>
          <a:xfrm>
            <a:off x="6602074" y="205090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用剪刀稍微剪開後</a:t>
            </a:r>
            <a:endParaRPr lang="en-US" altLang="zh-TW" sz="1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即可以用手輕鬆撕開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16A555E-4C0F-A00D-40D1-4697F2BA9461}"/>
              </a:ext>
            </a:extLst>
          </p:cNvPr>
          <p:cNvSpPr txBox="1"/>
          <p:nvPr/>
        </p:nvSpPr>
        <p:spPr>
          <a:xfrm>
            <a:off x="7961607" y="1070412"/>
            <a:ext cx="803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撕開後綁成繩子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7A2678-E021-0440-5BF8-DDA16F5AF530}"/>
              </a:ext>
            </a:extLst>
          </p:cNvPr>
          <p:cNvSpPr/>
          <p:nvPr/>
        </p:nvSpPr>
        <p:spPr>
          <a:xfrm>
            <a:off x="4450080" y="2357120"/>
            <a:ext cx="355600" cy="137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DD9C110-1844-A1C1-8FC0-727A218DA98F}"/>
              </a:ext>
            </a:extLst>
          </p:cNvPr>
          <p:cNvSpPr txBox="1"/>
          <p:nvPr/>
        </p:nvSpPr>
        <p:spPr>
          <a:xfrm>
            <a:off x="4387215" y="2302205"/>
            <a:ext cx="633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暖暖包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FC2ADB-DC65-70A7-50FB-581157F51904}"/>
              </a:ext>
            </a:extLst>
          </p:cNvPr>
          <p:cNvSpPr/>
          <p:nvPr/>
        </p:nvSpPr>
        <p:spPr>
          <a:xfrm>
            <a:off x="3556000" y="2357120"/>
            <a:ext cx="177800" cy="1759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C7D48E2-0D45-4C85-5BAB-E5E1E632F837}"/>
              </a:ext>
            </a:extLst>
          </p:cNvPr>
          <p:cNvSpPr txBox="1"/>
          <p:nvPr/>
        </p:nvSpPr>
        <p:spPr>
          <a:xfrm>
            <a:off x="3534113" y="2302205"/>
            <a:ext cx="3124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水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8ECBB35-CFEA-17FC-29B3-A9DCA653C790}"/>
              </a:ext>
            </a:extLst>
          </p:cNvPr>
          <p:cNvSpPr txBox="1"/>
          <p:nvPr/>
        </p:nvSpPr>
        <p:spPr>
          <a:xfrm>
            <a:off x="3556000" y="2491025"/>
            <a:ext cx="1317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沾濕或包住暖暖包</a:t>
            </a:r>
            <a:endParaRPr lang="en-US" altLang="zh-TW" sz="10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達到調節體溫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CC4B1D6-FBA9-0902-2BC9-58D43EB7B219}"/>
              </a:ext>
            </a:extLst>
          </p:cNvPr>
          <p:cNvSpPr txBox="1"/>
          <p:nvPr/>
        </p:nvSpPr>
        <p:spPr>
          <a:xfrm>
            <a:off x="7712689" y="2409926"/>
            <a:ext cx="704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尿布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4920C34-4FD2-7686-672F-764B5F2A38D3}"/>
              </a:ext>
            </a:extLst>
          </p:cNvPr>
          <p:cNvSpPr txBox="1"/>
          <p:nvPr/>
        </p:nvSpPr>
        <p:spPr>
          <a:xfrm>
            <a:off x="6404906" y="2491025"/>
            <a:ext cx="704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包紮傷口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0A0A33D-2E6C-3303-7FAA-12487887807D}"/>
              </a:ext>
            </a:extLst>
          </p:cNvPr>
          <p:cNvSpPr txBox="1"/>
          <p:nvPr/>
        </p:nvSpPr>
        <p:spPr>
          <a:xfrm>
            <a:off x="5213477" y="2533036"/>
            <a:ext cx="704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口罩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239BEB8-90D4-9D29-F9C6-BDCAE8B1CBC1}"/>
              </a:ext>
            </a:extLst>
          </p:cNvPr>
          <p:cNvSpPr txBox="1"/>
          <p:nvPr/>
        </p:nvSpPr>
        <p:spPr>
          <a:xfrm>
            <a:off x="3775710" y="3591236"/>
            <a:ext cx="765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保護頭部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E337FC4-0931-9CE9-6C9B-8A2B9FC84042}"/>
              </a:ext>
            </a:extLst>
          </p:cNvPr>
          <p:cNvSpPr txBox="1"/>
          <p:nvPr/>
        </p:nvSpPr>
        <p:spPr>
          <a:xfrm>
            <a:off x="4948036" y="3722041"/>
            <a:ext cx="9142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SOS</a:t>
            </a:r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的旗幟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A99FA63-8B71-4E70-D5FA-16BBF1E2AB07}"/>
              </a:ext>
            </a:extLst>
          </p:cNvPr>
          <p:cNvSpPr txBox="1"/>
          <p:nvPr/>
        </p:nvSpPr>
        <p:spPr>
          <a:xfrm>
            <a:off x="5965178" y="3418245"/>
            <a:ext cx="765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包裝物品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2AF04D3-7994-E33D-246F-60AAF587B041}"/>
              </a:ext>
            </a:extLst>
          </p:cNvPr>
          <p:cNvSpPr txBox="1"/>
          <p:nvPr/>
        </p:nvSpPr>
        <p:spPr>
          <a:xfrm>
            <a:off x="7555265" y="3521980"/>
            <a:ext cx="914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包住石頭後當作擊破器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E41BD48-3ACD-77AA-7907-74443DE54CC3}"/>
              </a:ext>
            </a:extLst>
          </p:cNvPr>
          <p:cNvSpPr/>
          <p:nvPr/>
        </p:nvSpPr>
        <p:spPr>
          <a:xfrm>
            <a:off x="3644900" y="4602480"/>
            <a:ext cx="60706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E6827DC-3421-EF4A-7047-7A048C0BAFF6}"/>
              </a:ext>
            </a:extLst>
          </p:cNvPr>
          <p:cNvSpPr txBox="1"/>
          <p:nvPr/>
        </p:nvSpPr>
        <p:spPr>
          <a:xfrm>
            <a:off x="3511735" y="4099740"/>
            <a:ext cx="91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地址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203B084-B0A0-9B94-D2D4-30553BDCEE10}"/>
              </a:ext>
            </a:extLst>
          </p:cNvPr>
          <p:cNvSpPr txBox="1"/>
          <p:nvPr/>
        </p:nvSpPr>
        <p:spPr>
          <a:xfrm>
            <a:off x="7047323" y="4099740"/>
            <a:ext cx="91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姓名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A95B96F-B5B0-34A1-2216-B1EE8512CE95}"/>
              </a:ext>
            </a:extLst>
          </p:cNvPr>
          <p:cNvSpPr txBox="1"/>
          <p:nvPr/>
        </p:nvSpPr>
        <p:spPr>
          <a:xfrm>
            <a:off x="3511735" y="4602480"/>
            <a:ext cx="91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電話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5F8D8C4-9E1F-EA6E-D7D3-80CD3011EFED}"/>
              </a:ext>
            </a:extLst>
          </p:cNvPr>
          <p:cNvSpPr txBox="1"/>
          <p:nvPr/>
        </p:nvSpPr>
        <p:spPr>
          <a:xfrm>
            <a:off x="3511734" y="5182883"/>
            <a:ext cx="1248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避難集合地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3FC720A-17C9-3DC2-DD81-E2ADEFB8D507}"/>
              </a:ext>
            </a:extLst>
          </p:cNvPr>
          <p:cNvSpPr txBox="1"/>
          <p:nvPr/>
        </p:nvSpPr>
        <p:spPr>
          <a:xfrm>
            <a:off x="3499654" y="5594009"/>
            <a:ext cx="13179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緊急連絡人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B7FBF6D-457A-C720-1CA7-1FCE8F721DB1}"/>
              </a:ext>
            </a:extLst>
          </p:cNvPr>
          <p:cNvSpPr txBox="1"/>
          <p:nvPr/>
        </p:nvSpPr>
        <p:spPr>
          <a:xfrm>
            <a:off x="3499654" y="5971743"/>
            <a:ext cx="13179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緊急連絡人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493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68</Words>
  <Application>Microsoft Office PowerPoint</Application>
  <PresentationFormat>寬螢幕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標楷體</vt:lpstr>
      <vt:lpstr>Aptos</vt:lpstr>
      <vt:lpstr>Aptos Display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hsiao jay</dc:creator>
  <cp:lastModifiedBy>旭傑 蕭</cp:lastModifiedBy>
  <cp:revision>1</cp:revision>
  <dcterms:created xsi:type="dcterms:W3CDTF">2024-04-26T05:15:47Z</dcterms:created>
  <dcterms:modified xsi:type="dcterms:W3CDTF">2024-04-26T05:47:35Z</dcterms:modified>
</cp:coreProperties>
</file>