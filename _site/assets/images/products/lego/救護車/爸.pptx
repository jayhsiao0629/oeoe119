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906000" cy="6858000" type="A4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3" autoAdjust="0"/>
    <p:restoredTop sz="94660"/>
  </p:normalViewPr>
  <p:slideViewPr>
    <p:cSldViewPr snapToGrid="0">
      <p:cViewPr>
        <p:scale>
          <a:sx n="90" d="100"/>
          <a:sy n="90" d="100"/>
        </p:scale>
        <p:origin x="111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DE2E-F9AC-4F24-B2F7-2F181F796D4B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B6E0-BFDD-4AEC-A8FC-1BC71D0F9E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4557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DE2E-F9AC-4F24-B2F7-2F181F796D4B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B6E0-BFDD-4AEC-A8FC-1BC71D0F9E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5194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DE2E-F9AC-4F24-B2F7-2F181F796D4B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B6E0-BFDD-4AEC-A8FC-1BC71D0F9E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0462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DE2E-F9AC-4F24-B2F7-2F181F796D4B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B6E0-BFDD-4AEC-A8FC-1BC71D0F9E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8125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DE2E-F9AC-4F24-B2F7-2F181F796D4B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B6E0-BFDD-4AEC-A8FC-1BC71D0F9E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0927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DE2E-F9AC-4F24-B2F7-2F181F796D4B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B6E0-BFDD-4AEC-A8FC-1BC71D0F9E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688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DE2E-F9AC-4F24-B2F7-2F181F796D4B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B6E0-BFDD-4AEC-A8FC-1BC71D0F9E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084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DE2E-F9AC-4F24-B2F7-2F181F796D4B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B6E0-BFDD-4AEC-A8FC-1BC71D0F9E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6992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DE2E-F9AC-4F24-B2F7-2F181F796D4B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B6E0-BFDD-4AEC-A8FC-1BC71D0F9E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126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DE2E-F9AC-4F24-B2F7-2F181F796D4B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B6E0-BFDD-4AEC-A8FC-1BC71D0F9E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737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DE2E-F9AC-4F24-B2F7-2F181F796D4B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B6E0-BFDD-4AEC-A8FC-1BC71D0F9E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61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DDE2E-F9AC-4F24-B2F7-2F181F796D4B}" type="datetimeFigureOut">
              <a:rPr lang="zh-TW" altLang="en-US" smtClean="0"/>
              <a:t>2022/7/17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EB6E0-BFDD-4AEC-A8FC-1BC71D0F9E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7380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cxnSp>
        <p:nvCxnSpPr>
          <p:cNvPr id="20" name="直線接點 19"/>
          <p:cNvCxnSpPr/>
          <p:nvPr/>
        </p:nvCxnSpPr>
        <p:spPr>
          <a:xfrm>
            <a:off x="3538329" y="437322"/>
            <a:ext cx="0" cy="612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6266954" y="422749"/>
            <a:ext cx="0" cy="612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 rot="5400000">
            <a:off x="4892748" y="-1881757"/>
            <a:ext cx="0" cy="828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/>
          <p:cNvCxnSpPr/>
          <p:nvPr/>
        </p:nvCxnSpPr>
        <p:spPr>
          <a:xfrm rot="5400000">
            <a:off x="4902028" y="385684"/>
            <a:ext cx="0" cy="828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34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581" y="3093876"/>
            <a:ext cx="2700000" cy="191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44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cxnSp>
        <p:nvCxnSpPr>
          <p:cNvPr id="20" name="直線接點 19"/>
          <p:cNvCxnSpPr/>
          <p:nvPr/>
        </p:nvCxnSpPr>
        <p:spPr>
          <a:xfrm>
            <a:off x="3538329" y="437322"/>
            <a:ext cx="0" cy="612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6266954" y="422749"/>
            <a:ext cx="0" cy="612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 rot="5400000">
            <a:off x="4892748" y="-1881757"/>
            <a:ext cx="0" cy="828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/>
          <p:cNvCxnSpPr/>
          <p:nvPr/>
        </p:nvCxnSpPr>
        <p:spPr>
          <a:xfrm rot="5400000">
            <a:off x="4902028" y="385684"/>
            <a:ext cx="0" cy="828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圖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01" y="306053"/>
            <a:ext cx="2757960" cy="195219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954" y="4631585"/>
            <a:ext cx="2700000" cy="1911164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028" y="4631585"/>
            <a:ext cx="2700000" cy="1911164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23" y="4631585"/>
            <a:ext cx="2700000" cy="1911164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028" y="2299269"/>
            <a:ext cx="2700000" cy="191116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232" y="2299269"/>
            <a:ext cx="2700000" cy="1911164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56" y="2299269"/>
            <a:ext cx="2700000" cy="1911164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028" y="315868"/>
            <a:ext cx="2700000" cy="1911164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798" y="313844"/>
            <a:ext cx="2700000" cy="191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9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0</Words>
  <Application>Microsoft Office PowerPoint</Application>
  <PresentationFormat>A4 紙張 (210x297 公釐)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旭傑 蕭</dc:creator>
  <cp:lastModifiedBy>旭傑 蕭</cp:lastModifiedBy>
  <cp:revision>4</cp:revision>
  <dcterms:created xsi:type="dcterms:W3CDTF">2022-07-17T05:13:08Z</dcterms:created>
  <dcterms:modified xsi:type="dcterms:W3CDTF">2022-07-17T06:01:00Z</dcterms:modified>
</cp:coreProperties>
</file>